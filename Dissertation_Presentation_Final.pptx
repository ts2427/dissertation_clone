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DATA BREACH DISCLOSURE TIMING</a:t>
            </a:r>
          </a:p>
          <a:p>
            <a:r>
              <a:t>AND MARKET REACTIONS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 Natural Experiment Using FCC Rule 37.3</a:t>
            </a:r>
          </a:p>
          <a:p/>
          <a:p>
            <a:r>
              <a:t>Dissertation Proposal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The Central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disclosure requirements actually work?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Common assumption: Faster disclosure is always better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Our evidence: It's more complicated...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The Timing Paradox: Three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Essay 1 (Market Returns): Timing does NOT affect valuations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→ CAR is same regardless of disclosure speed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Essay 2 (Market Uncertainty): Timing DOES increase volatility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→ Forced speed creates incomplete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Essay 3 (Governance): Timing accelerates executive turnover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→ Regulatory mandate activates stakeholder pressure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Sample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 breaches: 1,054 (2006-2025)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Essay 1: 926 with CRSP data (market reactions)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Essay 2: 916 with volatility data (uncertainty)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Essay 3: 896 with governance data (turnover)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FCC regulated: 200 firms (19%)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group: 854 firms (81%)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sources: PRC, CRSP, Compustat, SEC 8-K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H1: Disclosure Timing Effect - Power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Finding: Coefficient = +0.57% (p=0.373, 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 this a power issue? NO.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Evidence: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Sample: 898 observations with real timing variation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Median delay: 71 days (variation exists!)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MDE at 80% power: ±2.39pp (we can detect this)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TOST equivalence: PASSES (effect &lt;= 2.1pp)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Conclusion: Timing effect is NEGLIGIBLE, not undetected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H1: What Effect Sizes Can We Detect?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Minimal Detectable Effects (MDE):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At 80% power: ±2.39 percentage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At 85% power: ±2.56 percentage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At 90% power: ±2.77 percentage 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Our observed effect: +0.57%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Interpretation: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The timing effect is BELOW our detection threshold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AND below economically meaningful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Essay 1: What Actually Drives Market Reactions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 effect: +0.57% (NS) ← Doesn't matter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FCC regulation: -2.20%** (p=0.010) ← Matters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→ Regulatory burden penalty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Health breach: -2.51%** (p=0.004) ← Matters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→ Complexity/compliance risk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Prior breaches: -0.22%*** per breach ← STRONGEST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→ Reputation damage (most important)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Conclusion: Markets punish WHO YOU ARE, not WHEN you talk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FCC Natural Experiment: Causal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FCC Rule 37.3 (47 CFR § 64.2011) effective Jan 1, 2007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Pre-2007 (2004-2006): FCC effect = -13.96% (NS, p=0.88)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Post-2007 (2007+): FCC effect = -2.26%** (p=0.013)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Implication: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→ Effect emerges WHEN RULE TAKES EFFECT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→ Not pre-existing industry characteristic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→ This is REGULATION effect, not industry effect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Strengthens causal claim: Difference-in-Differences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Size Confound: FCC Firms are 2.22x Larger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Challenge: FCC firms much larger ($62.6B vs $31.0B)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But here's the key evidence: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Essay 2 heterogeneity by firm size quartile: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Q1 (smallest): FCC effect = +7.31%*** ← LARGEST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Q2: FCC effect = +3.64%**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Q3: FCC effect = -0.54% (NS)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Q4 (largest): FCC effect = -3.39%** ← negative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Pattern: Opposite of what size confound would predict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Conclusion: Size control is adequate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Essay 2: FCC Regulation Increases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Finding: FCC effect on volatility = +1.83%* (p=0.047)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Interpretation: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Mandatory disclosure timing forces speed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Faster speed prevents thorough investigation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Incomplete information creates UNCERTAINTY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Mechanism confirmed by heterogeneity: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Small firms suffer most (+7.31%***)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Large firms accommodate better (-3.39%**)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Conclusion: Regulatory timing constraint increases market uncertainty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Essay 3: Disclosure Requirement Activates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Finding: FCC effect on executive turnover = +5.3pp** (p=0.008)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Baseline executive turnover: 46.4% within 30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FCC firms: 51.7% within 30 days (+5.3pp increase)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Interpretation: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Mandatory disclosure activates stakeholder pressure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Board pressure increases with regulatory mandate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Result: Executive changes accelerate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NOT information-driven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REGULATORY PRESSURE-driven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How Disclosure Requirements Actually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information resolution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NOT improved market conclusions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Three mechanisms SIMULTANEOUSLY: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Regulatory CONSTRAINTS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Force disclosure before investigation 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Increase market uncertainty (+1.83% volatility)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Stakeholder PRESSURE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Mandatory rules activate board/regulator response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Accelerate governance changes (+5.3pp turnover)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Market CONCLUSIONS UNCHANGED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Speed doesn't improve valuations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Firm fundamentals drive CAR, not timing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Policy Implications (Revised)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FCC 7-day rule imposes costs without valuation benefits: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Costs identified: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Volatility increase: +1.83%*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Governance disruption: +5.3pp turnover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Regressive burden: Small firms +7.31%***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Benefits claimed but NOT found: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No CAR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• No reduction in market penalty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Recommendation: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Extend timeline to 14-30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Optimize for completeness, not speed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The Paradox: Why Don't Firms Disclose Quickly?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rapid disclosure were valuable,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profit-maximizing firms would do it voluntarily.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Reality: Median disclosure takes 71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Only 17.6% comply with 7-day mandate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Our evidence explains the paradox: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Markets don't reward speed (H1 null)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Speed creates uncertainty (+1.83%* volatility)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Speed triggers governance disruption (+5.3pp)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Benefit-cost calculation is negative for firms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Robustness Checks (Implemented)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 event windows: 5d, 30d, 60d, 90d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 timing thresholds: 7d, 14d, 30d, 60d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Sample restrictions: By breach type, FCC status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Standard errors: HC3, clustered, two-way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Fixed effects: Industry, year, two-way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Multicollinearity check: Max VIF = 1.08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Parallel trends test: Pre-2007 vs Post-2007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Falsification test: Pre-breach volatility (null)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Findings robust across all specifications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Limitations (Acknowledged)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FCC vs Industry Confound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FCC firms 2.22x larger, but heterogeneity controls address this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Causality at Essay 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Correlational chain (not definitive proof)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Mediation analysis provides suggestive evidence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Generalizability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Results specific to FCC/telecommunications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Mechanisms likely generalize, effect sizes may differ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Long-run Effects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Study captures 30-day post-breach window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→ Longer-run effects (6+ months) unknown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Dissertation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First clean natural experiment on disclosure TIMING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(vs regulatory BURDEN) using FCC Rule 37.3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Separates three distinct mechanisms: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Valuation / Uncertainty / Governance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Extends Myers &amp; Majluf (1984) signaling theory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to mandatory disclosure context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First telecommunications-focused breach study at scale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(n=1,054 with 92% CRSP match rate)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Provides evidence-based policy critique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   'Faster is not always better'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Stock market discipline operates through</a:t>
            </a:r>
          </a:p>
          <a:p>
            <a:r>
              <a:t>FIRM CHARACTERISTICS &amp; BREACH SEVERITY,</a:t>
            </a:r>
          </a:p>
          <a:p>
            <a:r>
              <a:t>not disclosure timing.</a:t>
            </a:r>
          </a:p>
          <a:p/>
          <a:p>
            <a:r>
              <a:t>This challenges the core assumption</a:t>
            </a:r>
          </a:p>
          <a:p>
            <a:r>
              <a:t>underlying disclosure policy.</a:t>
            </a:r>
          </a:p>
          <a:p/>
          <a:p>
            <a:r>
              <a:t>Markets punish WHO YOU ARE,</a:t>
            </a:r>
          </a:p>
          <a:p>
            <a:r>
              <a:t>not WHEN you talk.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